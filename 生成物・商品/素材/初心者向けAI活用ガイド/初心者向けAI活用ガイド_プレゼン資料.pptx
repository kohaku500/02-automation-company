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初心者向けAI活用ガイド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ChatGPT/Gemini完全実装マニュアル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【目次】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1. このガイドについて | 2. ChatGPT基本操作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3. Gemini基本操作 | 4. 業務別AI活用パターン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5. 30日実装ロードマップ | 6. チェックリスト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このガイドについて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対象: AI未経験者、ChatGPT初心者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目標: 30日でChatGPT/Geminiを実装習得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成果: 日々の仕事の生産性を3倍以上に向上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構成: 5つの実装パターン(営業・SNS・データ・文章・分析)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1-5: ChatGPT基本操作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1: ChatGPTに登録・ログイン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2: 初回プロンプト実行(営業メール生成)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3: 複数パターン生成実験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4-5: 実務的なプロンプト練習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実行時間: 各日30分程度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6-10: Gemini基本操作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6: Geminiに登録・ログイン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7: メール分析を試す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8: 提案文の改善提案を受ける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9-10: 実務的なGemini活用パターン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実行時間: 各日30分程度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11-15: 業務別AI活用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11: メール作成自動化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12: 提案文作成自動化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13: データ整理・分析自動化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14: レポート作成自動化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15: 複数業務の組み合わせ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16-20: 自動化・効率化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16: Excel連携(マクロ+ChatGPT 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17: スケジュール自動実行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18: フローの最適化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19: テンプレート化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20: 月間自動化体制の確立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21-25: スキルアップ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21: プロンプトエンジニアリング基礎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22: ChatGPT API活用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23: Gemini高度な分析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24: 複数AIツールの組み合わせ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25: カスタムプロンプト設計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Day 26-30: 継続改善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26: 月間実績評価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27: プロンプト改善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28: フロー最適化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29: チーム共有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Day 30: 翌月計画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30日実装チェックリスト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ChatGPTアカウント作成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Geminiアカウント作成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初回プロンプト実行成功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メール自動化実装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SNS投稿自動化実装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Excel連携実装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☐ 月間自動化体制確立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CAF50"/>
                </a:solidFill>
              </a:defRPr>
            </a:pPr>
            <a:r>
              <a:t>実装後の期待値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【時間削減】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日々の手作業: 平均3-4時間→1時間(70%削減)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月間削除できる時間: 60-80時間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【生産性向上】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同じ時間でできる仕事量: 3倍以上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新規プロジェクト開始に充当可能な時間確保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