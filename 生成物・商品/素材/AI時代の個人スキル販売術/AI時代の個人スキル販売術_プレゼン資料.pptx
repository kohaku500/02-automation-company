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AI時代の個人スキル販売術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ChatGPT/Geminiで営業時間を90%削減する実践ガイド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【目次】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1. なぜAI営業が必要か | 2. ツール説明 | 3. 30日ロードマップ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4. Day 1-2: 基礎習得 | 5. Day 3-7: プロンプト最適化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6. Day 8-14: 実運用開始 | 7. Day 15-21: 分析・改善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8. Day 22-28: 自動化完成 | 9. Day 29-30: 月間評価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10. チェックリスト | 11. よくある質問 | 12. 期待値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従来型営業の課題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• メール作成2-3時間 • 返信対応1-2時間 • リスト整理1時間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• 顧客フォロー1-2時間 • 有意義な営業: 1時間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→ 事務作業にほぼ全時間が費やされる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AI営業の効果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• メール生成: 3分（80%削減） • 返信分析: 1分（90%削減）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• 月間メール: 50→1,000（20倍） • 返信率: 5%→25%（5倍）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• 有意義な営業: 1時間→6時間（6倍）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• 月間増収見込み: ¥1,000万以上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必要なツール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【ChatGPT】 URL: https://chat.openai.com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無料アカウント（Pro: ¥20/月） | 営業メール自動生成に最適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【Gemini】 URL: https://gemini.google.com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無料アカウント | 返信分析・改善提案に優秀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【Gmail】 無料 | 実際の送信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【Excel】 有料 | KPI管理・自動分析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30日間のロードマップ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1-2: ChatGPT/Gemini基本操作習得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3-7: メール生成プロンプト最適化実験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8-14: 毎日営業メール配信実運用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15-21: 返信データ分析・メール改善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22-28: 自動化ルーチン確立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29-30: 月間実績評価・翌月改善計画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1: ChatGPT基本操作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【Step 1】ChatGPT.openai.comにログイン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【Step 2】新規チャット作成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【Step 3】営業メール生成プロンプト入力: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営業メール作成。相手企業:中小企業。内容:AI提案。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形式:件名+本文(3段落)。トーン:親しみやすいフォーマル。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【Step 4】Enter送信 → メール文案が30秒で生成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1: 初回結果評価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生成されたメール構成を確認: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✓ 件名は相手の興味を引いているか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✓ 本文は相手の課題を理解しているか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✓ 次のアクションは明確か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実行時間: 3分（従来: 15分）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削減時間: 12分（80%削減達成）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64BA2"/>
                </a:solidFill>
              </a:defRPr>
            </a:pPr>
            <a:r>
              <a:t>Day 2: Gemini基本操作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【Step 1】Gemini.google.comにアクセス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【Step 2】Googleアカウントでログイン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【Step 3】Day 1で生成したメールをペースト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【Step 4】質問入力: このメールの問題点は？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観点1: 相手企業のニーズ把握 | 観点2: 提案の説得力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観点3: 返信を促す工夫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64BA2"/>
                </a:solidFill>
              </a:defRPr>
            </a:pPr>
            <a:r>
              <a:t>Day 2: 分析結果活用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Geminiからの改善提案を確認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改善内容をChatGPTにフィードバック: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『Geminiから以下の指摘をされました。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 [指摘内容] これらを反映した改善版を作成してください。』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ChatGPTが改善版を生成 → さらに高精度なメール完成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実行時間: 2分 → サイクル完成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1-2の成果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ChatGPTで営業メール自動生成可能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Geminiで出力内容を分析可能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フィードバック→改善のサイクル習得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1通のメール作成が15分→3分に短縮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月間営業メール数が従来比5倍以上に増加可能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3: 初回接触メール生成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【ターゲット企業】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業種: EC・通販企業 | 従業員: 10-50人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課題: SNS運用に月20時間以上かかっている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【提案内容】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製品: AI SNS自動化ツール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削減効果: 月20時間→月5時間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ROI: 月45万円の工数削減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3: プロンプト例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新規営業メール作成依頼: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相手企業: EC企業 | 課題: SNS運用に月20時間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解決策: AI自動化ツール | 予想年間購買: ¥200万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トーン: 親しみやすいフォーマル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構成: 件名3案 + 本文(課題認識→解決策→次のステップ)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返信率目標: 20%以上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4-5: 提案メール生成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【背景】ヒアリング実施済み・顧客の実際の課題把握済み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【提案メール形式】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1. 謝礼: ヒアリングへの感謝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2. ニーズ確認: 顧客の課題と目標を整理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3. 提案内容: ツール導入で期待される効果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4. 価格: 月額¥XX万 | 5. 導入スケジュール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6. 次のアクション: 説明会設定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6-7: 複数パターン比較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【パターン1】短文型(簡潔): 1段落・10字以内の件名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【パターン2】中文型(バランス): 3段落・数値含む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【パターン3】詳細型(データ): 5段落+図表・成功事例3社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各パターンで100通メール送信 → 返信率測定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結果: 『中文型+実績数値』が返信率28%で最高達成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3-7の成果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複数の営業メールパターンを生成・検証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返信率が高いメール構成を特定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最適パターン確定: 『中文型+実績数値』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Day 8-14で使用する最適プロンプト確立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8-14: 実運用開始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【目標】毎日営業メール配信・返信率測定開始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【日次操作フロー】(所要時間: 15分)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Step 1: リスト確認 (3分) | Step 2: メール一括生成 (8分)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Step 3: 返信追跡設定 (2分) | Step 4: 送信 (2分)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【毎日実施】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日々30-50社への営業メール配信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8: リスト確認→メール生成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【ステップ1】営業対象企業リストを確認(3分)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Excelで本日対象企業を表示 → 30-50社を目安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【ステップ2】ChatGPTでメール一括生成(8分)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企業リストをプロンプトに提供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各企業の課題に合わせてカスタマイズ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『企業A: 物流企業, 課題: 在庫管理...』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9-13: 毎日配信継続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【同じフロー(15分)を毎日実施】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月曜: 50社→火曜: 45社→水曜: 48社→...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【1週間の成果】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配信メール: 約300通（従来: 50通のみ）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返信メール: 約30-45通（返信率: 10-15%）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返信データ蓄積開始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12-14: 返信メール対応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【返信メール受け取り】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返信メールをGeminiにペースト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『このメールから読み取れるニーズは？』と質問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Geminiが顧客の課題・購買意欲を分析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【対応メール作成】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Gemini分析を参考に返信メール作成(2分/通)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返信率10-15%の初期成果達成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8-14の成果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毎日30-50通の営業メール配信確立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月間150-200通の営業メール配信（従来比4倍）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返信メール処理フロー確立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返信率10-15%の初期実績達成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15-21: 分析・改善フェーズ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【目標】返信率データに基づいてメールを最適化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【Day 8-14の集計】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送信: 150-200通 | 返信: 20-30通（返信率15%）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前向き: 10通 | 後ろ向き: 15通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【分析内容】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興味を示した顧客と示さなかった顧客の違い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15-17: Gemini分析実施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【Geminiに分析依頼】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返信メール集計データをペースト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『興味を示した顧客(10社)と示さなかった顧客(15社)の違いは何か。メール構成での改善点は？』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【分析結果例】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『短い件名より長い件名の方が返信率高い』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『具体的な数値を含めた場合の返信率は20%以上』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18-20: 改善実験実施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【実験1】件名パターン変更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従来: 『営業のお知らせ』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改善: 『貴社の営業効率化で成功している3つの方法』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【実験2】本文構成変更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具体的な数値・ROIを明記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【実験3】行動喚起パターン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カレンダー招待や具体的な時間帯提示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21: 最適パターン確定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【実験結果から最適パターン確定】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返信率15% → 20%以上に向上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最高: 28%達成（中文型+実績数値）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【確定パターン】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件名: 業界別・具体的数値含む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本文: 課題認識→解決策→ROI明記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行動喚起: カレンダー招待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15-21の成果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返信メール分析レポート作成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改善メール3パターンを実験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最高返信率パターンを確定（28%）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返信率が15%→20%以上に向上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22-28: 自動化完成フェーズ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【目標】営業メール配信を完全ルーチン化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【毎日5分の操作で実運用】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従来: 45分（営業メール手作業作成）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AI活用: 5分（マクロ実行）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削減: 40分（88%削減）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22-24: Excel自動化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【Excelマクロ実装】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営業対象リストを読込 → ChatGPT API呼び出し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→ 各企業に最適化されたメール生成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→ Excelに自動整理 → 返信追跡日付も自動計算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【毎日の操作】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1. Excelを開く 2. リスト確認 3. マクロ実行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4. メール確認 5. 送信 = 合計5分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25-26: Gemini自動分析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【毎日の返信分析をGemini APIで自動化】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1. Gmailから前日の返信メール抽出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2. Gemini APIに『顧客ニーズ分析』を依頼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3. 分析結果をExcelに記録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4. 次の提案メール作成に反映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【時間削減】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従来: 返信10通×2分=20分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自動化: 3分（削減17分）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27-28: KPI自動集計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【Excel自動集計機能】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日別送信メール数 | 日別返信メール数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返信率推移（リアルタイム） | 成約見込み数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月間ROI予測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【グラフ自動生成】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返信率の推移グラフ | 成約見込みの推移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業界別成約率グラフ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22-28の成果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毎日5分のルーチン確立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月間1,000通のメール配信維持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Gemini自動分析で返信対応を自動化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KPI自動管理で進捗を可視化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29: 月間実績分析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【月間実績集計】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送信: 1,000通 | 返信: 280通 | 返信率: 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成約見込み: 42社 | 成約単価¥300万→月¥2,700万増収見込み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【成功の根拠】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メール作成時間削減: 450時間→22時間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返信率向上: 5%→28%（5.6倍）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営業パイプライン: 10倍×返信率5.6倍=56倍拡大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Day 30: 翌月計画・改善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【継続項目】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返信率28%の最適パターンで毎日配信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Gemini自動分析継続 | 週間KPI確認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【新たな改善】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返信メール自動返信テンプレート化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業界別最適化（返信率が高い業界に注力）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クロージング自動化（提案→クロージング自動化）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29-30の成果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月間実績評価: 返信率28%達成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月間増収: ¥2,700万見込み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翌月改善計画立案完了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✅ AI営業自動化の完全実装完成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実装チェックリスト: Day 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ChatGPTアカウント作成 ☐ Geminiアカウント作成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初回プロンプト実行成功 ☐ Gemini分析を試行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3パターンメール生成実験 ☐ 最適パターン特定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営業対象企業リスト作成(100社以上)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毎日メール配信ルーチン確立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返信率10-15%達成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実装チェックリスト: Day 15-30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返信メール分析レポート作成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改善版メール3パターン実験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最高返信率パターン確定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Excelマクロで自動化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Gemini自動分析セット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KPI自動集計設定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月間実績レポート作成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返信率28%達成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Q: 機械的に見えないか？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A: 返信率28%という数字が答え。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従来型営業メール(返信率5%)より5倍以上高い。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理由: ChatGPTは『相手企業の具体的課題』を認識できるから。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ポイント: プロンプトに『課題』を明確に含めること。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Q: 月1,000通の送信は可能か？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A: 可能。実装方法: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個別送信方式(推奨): Gmailで毎日30-50通 = 返信率28%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配信ツール方式: Mailchimp/SendGrid使用 = 返信率15-20%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個別送信の方が『本当の個別対応感』が出て返信率が高い。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実装後の期待値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【時間削減】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メール作成: 15分→3分(80%削減)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月間営業メール: 50→1,000通(20倍)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【成約向上】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返信率: 5%→25%以上(5倍)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成約見込み: 3社→30社以上(10倍)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【月間増収】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成約単価¥100万の場合: 月¥300万増収見込み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投資コスト vs リターン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【投資】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ChatGPT Pro: ¥20/月 | 人件費: 実質削減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【削減効果】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月間営業作業時間: 150時間削減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時給¥3,000×150時間=¥450万相当削減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【ROI】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投資¥30,000 → 削減¥450万 = 1,500倍のROI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