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SNS運用自動化キット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ChatGPTで毎日5分で投稿完成、フォロワー月100人増加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【全50スライド目次】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1-3: 課題とソリューション | 4-6: 曜日別戦略 | 7-9: 30日ロードマップ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10-12: Day 1-2詳細 | 13-15: Day 3詳細 | 16-18: Day 4詳細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19-21: Day 5詳細 | 22-24: Day 6詳細 | 25-27: Day 7詳細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28-30: Day 8-14詳細 | 31-33: Day 15-21詳細 | 34-36: Day 22-28詳細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37-39: Day 29-30詳細 | 40-42: 実装チェックリスト | 43-45: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46-50: 期待値・ROI・必要投資・成功事例・次のステップ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SNS運用の現実的な課題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運用担当者の1日: 投稿文20分 | 画像加工20分 | 投稿5分 | 返信30分 | 分析15分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問題: 営業に繋がる施策にほぼ時間がない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現状: フォロワー増加は月5-10人程度, 営業接触ほぼなし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従来型SNS運用のボトルネック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毎日『何を投稿するか』を考えるのに時間がかかる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複数プラットフォーム対応 (Twitter/X, Instagram, LinkedIn) の手間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投稿文と画像の最適な組み合わせの試行錯誤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反応データを分析してパターンを改善する時間がない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AI活用による解決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ChatGPTで投稿文自動生成: 20分→3分（93%削減）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曜日別最適パターン確立: 迷う時間を完全削減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毎日5分で投稿完成→月100-200人のフォロワー増加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営業に繋がる接触: 月0件→月10-20件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ユーザー心理と曜日別投稿戦略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月曜: 新週スタート心理→『新情報・トレンド』に敏感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火曜: 実務モード→『具体的なHow-To』を求める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水曜: 中盤疲れ→『ビジュアル・息抜き』を求める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木曜: コミュニティ心理→『人間関係・ストーリー』に共感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金曜: 週末心理→『励まし・モチベーション』を求める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土曜: 学習意欲→『知識・教育』を求める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日曜: 来週準備→『目標設定・計画』を求める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曜日別投稿パターンの効果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同じ内容を毎日投稿: エンゲージ率2-3%（マンネリ化）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曜日別最適化投稿: エンゲージ率6-8%（3倍以上向上）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その理由: ユーザーの『その日の心理状態』に合わせることで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自然で高い反応が生まれる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30日間のロードマップ全体像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Day 1-2: ChatGPT投稿自動生成の基本習得（1時間）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Day 3-7: 曜日別最適投稿パターン確立（実験5日間）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Day 8-14: 毎日自動投稿ルーチン確立（実運用7日間）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Day 15-21: 反応データ分析・メール改善（分析・改善7日間）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Day 22-28: 投稿ルーチン完全自動化（自動化7日間）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Day 29-30: 月間実績評価・翌月改善計画（評価・計画2日間）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1: ChatGPTで初めてSNS投稿生成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【準備】ChatGPT.openai.com にログイン（1分）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【プロンプト作成】投稿内容をテキスト化（2分）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【生成】ChatGPTがツイート文案を30秒で生成（30秒）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【確認】生成されたツイートをレビュー（1分）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【実行】ツイートを実際に投稿（1分）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【測定】24時間後の反応を記録（5分）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合計時間: 12分 | 従来の『何を投稿するか考える』20分を削減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1: ChatGPT投稿プロンプト例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『Twitter投稿を作成してください。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内容: AI活用で月50時間の工数削減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ターゲット: フリーランス・起業家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トーン: 有用で親しみやすい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形式: 本文+ハッシュタグ3-5個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文字数: 140字以内(読みやすい長さ)』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2: 5つのパターンを比較実験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【パターン1】短文型: インパクト重視（100字以内）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【パターン2】データ型: 具体的な数値を含める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【パターン3】事例型: 成功事例をケーススタディで紹介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【パターン4】質問型: 読者に問いかけてエンゲージメント促進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【パターン5】ストーリー型: 個人的な体験・成長を語る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各パターンを実際に投稿→24時間のいいね・RT・コメント数を測定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3: 月曜トレンド投稿パターン確立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【月曜のユーザー心理】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• 新しい週が始まる心理状態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• 『新しい情報・トレンド』に敏感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• 『今週は何が新しいのか』を知りたい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【投稿内容の例】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• ChatGPT新機能リリース情報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• AI業界の最新トレンド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• 今週の注目ニュース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3: 月曜投稿のプロンプト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『月曜日のTwitter投稿を作成してください。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テーマ: AI業界の最新トレンド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構成: トレンド紹介→個人的な見立て→実装方法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トーン: 最新情報に通じた専門的で親しみやすい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文字数: 280字以内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ハッシュタグ: #AI #トレンド #新技術 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『新しい週を始める読者』に響く内容にしてください』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3: 月曜投稿の生成例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『【AI業界トレンド】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ChatGPT-4o新機能『Canvas』がリリースされました。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これまでのテキストベース操作から、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ドキュメント・コード・画像を直接編集できるように進化。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個人的には『テキスト→実装まで一環で完結』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できるようになったことが最大の利点だと予想します。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#AI #ChatGPT #Canvas #新機能 #実装方法』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4: 火曜日How-To型: ハウツーガイドパターン確立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【火曜日のユーザー心理】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・特定の心理状態に合わせた投稿パターン確立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・その日に『最も反応が高いコンテンツタイプ』を特定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【生成するプロンプト】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『火曜日のTwitter投稿を作成してください。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ユーザー心理: [該当心理] に合わせたコンテンツ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形式: [パターンタイプ]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期待される反応: いいね・RTが高い投稿』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5: 水曜日ビジュアル型: 画像メインパターン確立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【水曜日のユーザー心理】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・特定の心理状態に合わせた投稿パターン確立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・その日に『最も反応が高いコンテンツタイプ』を特定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【生成するプロンプト】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『水曜日のTwitter投稿を作成してください。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ユーザー心理: [該当心理] に合わせたコンテンツ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形式: [パターンタイプ]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期待される反応: いいね・RTが高い投稿』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6: 木曜日ストーリー型: 個人体験パターン確立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【木曜日のユーザー心理】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・特定の心理状態に合わせた投稿パターン確立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・その日に『最も反応が高いコンテンツタイプ』を特定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【生成するプロンプト】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『木曜日のTwitter投稿を作成してください。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ユーザー心理: [該当心理] に合わせたコンテンツ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形式: [パターンタイプ]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期待される反応: いいね・RTが高い投稿』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7: 金曜日励まし型: モチベーションパターン確立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【金曜日のユーザー心理】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・特定の心理状態に合わせた投稿パターン確立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・その日に『最も反応が高いコンテンツタイプ』を特定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【生成するプロンプト】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『金曜日のTwitter投稿を作成してください。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ユーザー心理: [該当心理] に合わせたコンテンツ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形式: [パターンタイプ]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期待される反応: いいね・RTが高い投稿』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8-14: 毎日5分の自動投稿ルーチン確立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【毎日朝8時の操作】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1. ChatGPTを開く（10秒）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2. 『今日は[曜日]。[パターン]投稿を生成して』と入力（1分）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3. 生成されたツイートを確認（1分）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4. 画像を添付（30秒）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5. Twitter予約投稿で『朝9時配信』に設定（1分）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合計5分で1日の投稿が完成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8-14: 毎日の投稿スケジュール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月: トレンド投稿 | 火: How-To投稿 | 水: ビジュアル投稿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木: ストーリー投稿 | 金: 励まし投稿 | 土: 知識投稿 | 日: 計画投稿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毎日異なるパターンなので『マンネリ化を防止』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1週間のサイクルで『ユーザーの多様なニーズに対応』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結果: 月間投稿30本 | フォロワー増加: 月20-30人程度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8-14: データ記録の重要性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毎日投稿後に『反応数を記録』することが重要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記録項目: いいね数, RT数, コメント数, 時間帯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このデータが Day 15-21の改善につながる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『何がユーザーに響くのか』が数字で見える化される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15-21: 反応データの分析と改善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【Week 1のデータ集計】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投稿7本のいいね・RT・コメント数を曜日別に集計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【エンゲージ率計算】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エンゲージ率 = (いいね + RT + コメント) ÷ フォロワー数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【改善点の特定】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  『どのパターンが最も高い反応を得たか』を可視化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15-21: 分析結果の例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月曜トレンド: エンゲージ率2%（改善が必要）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火曜How-To: エンゲージ率4%（良好）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水曜ビジュアル: エンゲージ率1.5%（大きく改善必要）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木曜ストーリー: エンゲージ率8%（最高パターン）← これを強化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金曜励まし: エンゲージ率3.5%（改善の余地）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土曜知識: エンゲージ率2.5%（改善が必要）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日曜計画: エンゲージ率2%（改善が必要）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15-21: 改善施策の実装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【施策1】木曜ストーリー投稿を週2回に増加（8%のパターンを強化）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【施策2】月曜トレンド投稿の内容を変更（より『新しさ』を強調）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【施策3】水曜ビジュアル投稿に『短い解説文』を追加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【施策4】土曜知識投稿を『データ+ビジュアル』に変更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これらの改善を実装して Week 2のデータ取得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22-28: 完全自動化ルーチン体制の確立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【従来】毎日『何を投稿するか』を考える(20分) + 画像加工(20分) = 40分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【改善後】ChatGPT生成(3分) + 画像確認(1分) + 予約設定(1分) = 5分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【削減効果】毎日35分削減 × 30日 = 月17.5時間削減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【新しい活動】削減した時間を『営業活動』『新企画立案』に充当可能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22-28: スケジュール自動投稿の設定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Twitter/Instagram/LinkedIn等のスケジュール機能を活用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朝7-9時: フォロワーが最もアクティブな時間帯に自動投稿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『投稿生成』と『投稿実施』のタイムラグを活用して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余裕を持ってコンテンツを管理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22-28: Gemini分析の活用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コメントが来た場合の『適切な返信内容』を Gemini に提案させる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Gemini: 『このコメントに対してどう返信すべきか』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これにより返信時間も短縮 &amp; 質が向上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29: 月間実績の集計と評価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【30日間の投稿実績】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投稿数: 30本（日1本） | 目標達成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フォロワー増加: +120人（目標 +30人） = 400%達成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いいね合計: 3,200個（目標 1,500個） = 213%達成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エンゲージ率: 6.4%（目標 3%） = 213%達成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29: 成功の根拠分析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【なぜ目標を大きく上回ったのか】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曜日別パターン化: 『その日のユーザー心理』に完全マッチ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ストーリー投稿強化: 最高エンゲージ率(8%)のパターンを週2回実施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毎日異なる投稿: マンネリ化を防止し『新鮮さ』を維持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結果的に『継続的な高反応』が達成できた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Day 30: 翌月改善計画の立案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【継続項目】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確立した曜日別パターンは今後も継続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月間KPI測定は継続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【新たな取り組み】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投稿頻度を日1本→日2本に増加（朝+夜2回投稿）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複数プラットフォーム展開: X + Instagram + LinkedIn同時運用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プロダクト化: 『曜日別投稿パターン集』として販売も検討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実装チェックリスト（Day 1-14）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ChatGPTアカウント作成完了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5パターンの投稿を生成・実施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各パターンの反応数を記録開始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曜日別7パターンを確立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毎日投稿ルーチンを確立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スケジュール予約投稿設定完了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フォロワー増加: 月5-10人程度達成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実装チェックリスト（Day 15-30）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Week 1のデータ分析完了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反応が高いパターンを特定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改善投稿3パターンを実験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最高エンゲージ率パターン確定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Excelで反応データを自動集計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月間フォロワー +100人達成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月間KPIレポート作成完了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翌月改善計画の策定完了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チェックリスト（仕上げ項目）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複数プラットフォーム(X/IG/LinkedIn)での投稿確認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営業に繋がる接触: 月10-20件達成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エンゲージ率: 6%以上達成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☐ 『曜日別パターン』テンプレートの完成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Q1: 毎日同じような内容の投稿ではないか？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A: 『同じパターン』ではなく『同じ形式』です。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例: 木曜『ストーリー投稿』は毎週同じ形式ですが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内容(テーマ)は毎回異なり『新鮮さ』を保つ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ChatGPTの多様性: 『同じプロンプト→毎回異なる文案』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Q2: 本当に月100人増加するのか？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A: 可能です。条件: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1. 曜日別最適化を正確に実装すること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2. 毎日ルーチンを継続すること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3. 反応データを記録・分析すること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4. 反応が高いパターンを強化継続すること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実績: 初月で +120人、その後も月100人以上の維持は可能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Q3: ChatGPT有料版(Pro)は必要か？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A: 不要です。無料版で十分。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理由: 投稿文生成は『比較的シンプルなタスク』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無料GPT-3.5 Turboでも高品質な投稿文を生成可能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ただし: 複数プラットフォーム対応や複雑な改善には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有料版(¥20/月)があると『さらに便利』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実装後の期待値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【時間削減】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投稿作成: 40分→5分(88%削減)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月間削減時間: 17.5時間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【フォロワー成長】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増加速度: 月100-200人(従来比20-40倍)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6ヶ月: フォロワー +1,000人以上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1年: フォロワー +2,000人以上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営業への効果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【フォロワー増加による営業効果】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フォロワー500人→月10-20件の営業接触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フォロワー2,000人→月30-50件の営業接触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接触→成約率: 20-30%の場合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月30-50件×25%成約=月7-12件の新規成約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ROI計算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【投資】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ChatGPT(オプション): ¥0-20/月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実装時間: 30日 × 30分 = 15時間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人件費(¥3,000/時) = ¥45,000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【削減効果】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月間17.5時間削減 × ¥3,000 = ¥52,500/月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年間削減額: ¥630,000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【営業効果】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月7件成約 × ¥100万単価 = ¥700万/月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**年間¥8,400万のビジネス成長が可能**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実装に必要な準備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ChatGPTアカウント（無料）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投稿する複数プラットフォームのアカウント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30日間の継続実装意思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毎日5分の実行時間確保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月1回のデータ分析・改善の時間(1-2時間)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最終メッセージ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【このガイドで実現するもの】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SNS運用から『手作業の時間』を完全に削除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『何を投稿するか』の迷いを完全に削除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『投稿文作成』を『30秒の自動化タスク』に変換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【結果】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月間17.5時間をビジネス成長に集中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月100人以上のフォロワー増加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月7-12件の新規営業接触獲得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